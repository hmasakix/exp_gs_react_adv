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初見で集まるスタッフに、笑顔と朝の伝達3つを届けるツールです。対面の全体朝礼は必ず行い、それとは別に個人でやってもらいます。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新しく作るのではなく、今あるAPIと画面の役割を置き換えています。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今回は時間の都合で伝達事項は仮に直接書いています。次は管理者画面から入力できるようにしたいです。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462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 / 背景と目的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60"/>
            <a:ext cx="10883392" cy="154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1F2A37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笑顔で、3つだけ伝える。</a:t>
            </a:r>
            <a:endParaRPr lang="en-US" sz="5200" dirty="0"/>
          </a:p>
          <a:p>
            <a:pPr algn="l" indent="0" marL="0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1F2A37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AIイベント朝礼</a:t>
            </a:r>
            <a:r>
              <a:rPr lang="en-US" sz="5200" b="1" dirty="0">
                <a:solidFill>
                  <a:srgbClr val="6B7280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（仮称）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19150" y="3963690"/>
            <a:ext cx="5181600" cy="1871960"/>
          </a:xfrm>
          <a:prstGeom prst="roundRect">
            <a:avLst>
              <a:gd name="adj" fmla="val 7802"/>
            </a:avLst>
          </a:prstGeom>
          <a:solidFill>
            <a:srgbClr val="FFFFFF"/>
          </a:solidFill>
          <a:ln w="12700">
            <a:solidFill>
              <a:srgbClr val="EADF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4224040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37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課題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9500" y="4660900"/>
            <a:ext cx="4800727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650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イベントスタッフは初対面どうし。全体朝礼だけでは、伝達事項が一人ひとりに届いたか分からない。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3957340"/>
            <a:ext cx="5168900" cy="1884660"/>
          </a:xfrm>
          <a:prstGeom prst="roundRect">
            <a:avLst>
              <a:gd name="adj" fmla="val 8086"/>
            </a:avLst>
          </a:prstGeom>
          <a:solidFill>
            <a:srgbClr val="E8833A"/>
          </a:solidFill>
          <a:ln/>
        </p:spPr>
      </p:sp>
      <p:sp>
        <p:nvSpPr>
          <p:cNvPr id="8" name="Text 6"/>
          <p:cNvSpPr/>
          <p:nvPr/>
        </p:nvSpPr>
        <p:spPr>
          <a:xfrm>
            <a:off x="6464300" y="4211340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37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目的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64300" y="4648200"/>
            <a:ext cx="4800727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アルバイトスタッフが個人で、</a:t>
            </a:r>
            <a:r>
              <a:rPr lang="en-US" sz="1600" b="1" dirty="0">
                <a:solidFill>
                  <a:srgbClr val="1F2A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笑顔</a:t>
            </a:r>
            <a:r>
              <a:rPr lang="en-US" sz="1600" dirty="0">
                <a:solidFill>
                  <a:srgbClr val="1F2A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r>
              <a:rPr lang="en-US" sz="1600" b="1" dirty="0">
                <a:solidFill>
                  <a:srgbClr val="1F2A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朝の伝達事項3つ</a:t>
            </a:r>
            <a:r>
              <a:rPr lang="en-US" sz="1600" dirty="0">
                <a:solidFill>
                  <a:srgbClr val="1F2A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を確認する。全体朝礼（対面）とは別に行う。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AI練習コーチ 魔改造｜最終プロダクト発表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550" b="1" dirty="0">
                <a:solidFill>
                  <a:srgbClr val="C462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/ しくみ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812800" y="1188740"/>
            <a:ext cx="10883392" cy="532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24"/>
              </a:lnSpc>
              <a:buNone/>
            </a:pPr>
            <a:r>
              <a:rPr lang="en-US" sz="3499" b="1" dirty="0">
                <a:solidFill>
                  <a:srgbClr val="1F2A37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声に出して復唱、AIが確認</a:t>
            </a:r>
            <a:endParaRPr lang="en-US" sz="3499" dirty="0"/>
          </a:p>
        </p:txBody>
      </p:sp>
      <p:sp>
        <p:nvSpPr>
          <p:cNvPr id="4" name="Shape 2"/>
          <p:cNvSpPr/>
          <p:nvPr/>
        </p:nvSpPr>
        <p:spPr>
          <a:xfrm>
            <a:off x="819150" y="2006997"/>
            <a:ext cx="2514600" cy="142359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2700">
            <a:solidFill>
              <a:srgbClr val="EADF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216547"/>
            <a:ext cx="215836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4621C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28700" y="2719388"/>
            <a:ext cx="215836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A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名前を入れる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98850" y="2006997"/>
            <a:ext cx="2514600" cy="142359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2700">
            <a:solidFill>
              <a:srgbClr val="EADF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8400" y="2216547"/>
            <a:ext cx="2158365" cy="431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2303" b="1" dirty="0">
                <a:solidFill>
                  <a:srgbClr val="C4621C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2</a:t>
            </a:r>
            <a:endParaRPr lang="en-US" sz="2303" dirty="0"/>
          </a:p>
        </p:txBody>
      </p:sp>
      <p:sp>
        <p:nvSpPr>
          <p:cNvPr id="9" name="Text 7"/>
          <p:cNvSpPr/>
          <p:nvPr/>
        </p:nvSpPr>
        <p:spPr>
          <a:xfrm>
            <a:off x="3708400" y="2698849"/>
            <a:ext cx="2158365" cy="547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716" b="1" dirty="0">
                <a:solidFill>
                  <a:srgbClr val="1F2A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今日の伝達事項3つを見る</a:t>
            </a:r>
            <a:endParaRPr lang="en-US" sz="1716" dirty="0"/>
          </a:p>
        </p:txBody>
      </p:sp>
      <p:sp>
        <p:nvSpPr>
          <p:cNvPr id="10" name="Shape 8"/>
          <p:cNvSpPr/>
          <p:nvPr/>
        </p:nvSpPr>
        <p:spPr>
          <a:xfrm>
            <a:off x="6178550" y="2006997"/>
            <a:ext cx="2514600" cy="142359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2700">
            <a:solidFill>
              <a:srgbClr val="EADF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8100" y="2216547"/>
            <a:ext cx="2158365" cy="431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2303" b="1" dirty="0">
                <a:solidFill>
                  <a:srgbClr val="C4621C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3</a:t>
            </a:r>
            <a:endParaRPr lang="en-US" sz="2303" dirty="0"/>
          </a:p>
        </p:txBody>
      </p:sp>
      <p:sp>
        <p:nvSpPr>
          <p:cNvPr id="12" name="Text 10"/>
          <p:cNvSpPr/>
          <p:nvPr/>
        </p:nvSpPr>
        <p:spPr>
          <a:xfrm>
            <a:off x="6388100" y="2698849"/>
            <a:ext cx="2158365" cy="547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716" b="1" dirty="0">
                <a:solidFill>
                  <a:srgbClr val="1F2A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笑顔で声に出して復唱</a:t>
            </a:r>
            <a:endParaRPr lang="en-US" sz="1716" dirty="0"/>
          </a:p>
        </p:txBody>
      </p:sp>
      <p:sp>
        <p:nvSpPr>
          <p:cNvPr id="13" name="Shape 11"/>
          <p:cNvSpPr/>
          <p:nvPr/>
        </p:nvSpPr>
        <p:spPr>
          <a:xfrm>
            <a:off x="8858250" y="2006997"/>
            <a:ext cx="2514600" cy="142359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2700">
            <a:solidFill>
              <a:srgbClr val="EADF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7800" y="2216547"/>
            <a:ext cx="2158365" cy="431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2303" b="1" dirty="0">
                <a:solidFill>
                  <a:srgbClr val="C4621C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4</a:t>
            </a:r>
            <a:endParaRPr lang="en-US" sz="2303" dirty="0"/>
          </a:p>
        </p:txBody>
      </p:sp>
      <p:sp>
        <p:nvSpPr>
          <p:cNvPr id="15" name="Text 13"/>
          <p:cNvSpPr/>
          <p:nvPr/>
        </p:nvSpPr>
        <p:spPr>
          <a:xfrm>
            <a:off x="9067800" y="2698849"/>
            <a:ext cx="2158365" cy="547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59"/>
              </a:lnSpc>
              <a:buNone/>
            </a:pPr>
            <a:r>
              <a:rPr lang="en-US" sz="1716" b="1" dirty="0">
                <a:solidFill>
                  <a:srgbClr val="1F2A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AIがひと言返す・記録</a:t>
            </a:r>
            <a:endParaRPr lang="en-US" sz="1716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754438"/>
          <a:ext cx="10553700" cy="2090738"/>
        </p:xfrm>
        <a:graphic>
          <a:graphicData uri="http://schemas.openxmlformats.org/drawingml/2006/table">
            <a:tbl>
              <a:tblPr/>
              <a:tblGrid>
                <a:gridCol w="3693795"/>
                <a:gridCol w="6859905"/>
              </a:tblGrid>
              <a:tr h="348456"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b="1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今のアプリの機能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b="1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朝礼ツールでの役割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B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C"/>
                    </a:solidFill>
                  </a:tcPr>
                </a:tc>
              </a:tr>
              <a:tr h="348456"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お題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今日の伝達事項3つ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456"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回答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スタッフの復唱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456"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笑顔率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朝の笑顔チェック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456"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AIフィードバック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3つ伝わったかの確認と励まし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456"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履歴ページ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63"/>
                        </a:lnSpc>
                        <a:buNone/>
                      </a:pPr>
                      <a:r>
                        <a:rPr lang="en-US" sz="1259" dirty="0">
                          <a:solidFill>
                            <a:srgbClr val="1F2A3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管理者が実施状況を確認</a:t>
                      </a:r>
                      <a:endParaRPr lang="en-US" sz="1259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5979" marR="55979" marT="55979" marB="55979" anchor="t">
                    <a:lnL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今あるAPI・画面をそのまま活用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76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/ 効果と今後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19886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BF6EE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笑顔でスタートできる現場へ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3896618"/>
            <a:ext cx="5181600" cy="1945382"/>
          </a:xfrm>
          <a:prstGeom prst="roundRect">
            <a:avLst>
              <a:gd name="adj" fmla="val 7834"/>
            </a:avLst>
          </a:prstGeom>
          <a:solidFill>
            <a:srgbClr val="2B3A4C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4150618"/>
            <a:ext cx="48138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A76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期待する効果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6800" y="4612878"/>
            <a:ext cx="4813808" cy="1000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E6DF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声に出すことで伝達事項が記憶に残る</a:t>
            </a:r>
            <a:endParaRPr lang="en-US" sz="1600" dirty="0"/>
          </a:p>
          <a:p>
            <a:pPr algn="l" marL="243840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E6DF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笑顔で1日をスタートできる</a:t>
            </a:r>
            <a:endParaRPr lang="en-US" sz="1600" dirty="0"/>
          </a:p>
          <a:p>
            <a:pPr algn="l" marL="243840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E6DF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誰が朝礼を済ませたか一覧で分かる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3896618"/>
            <a:ext cx="5181600" cy="1945382"/>
          </a:xfrm>
          <a:prstGeom prst="roundRect">
            <a:avLst>
              <a:gd name="adj" fmla="val 7834"/>
            </a:avLst>
          </a:prstGeom>
          <a:solidFill>
            <a:srgbClr val="2B3A4C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4150618"/>
            <a:ext cx="48138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A765"/>
                </a:solidFill>
                <a:latin typeface="M PLUS Rounded 1c" pitchFamily="34" charset="0"/>
                <a:ea typeface="M PLUS Rounded 1c" pitchFamily="34" charset="-122"/>
                <a:cs typeface="M PLUS Rounded 1c" pitchFamily="34" charset="-120"/>
              </a:rPr>
              <a:t>今後やりたいこと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51600" y="4612878"/>
            <a:ext cx="4813808" cy="1000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E6DF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管理者画面から伝達事項3つを入力</a:t>
            </a:r>
            <a:endParaRPr lang="en-US" sz="1600" dirty="0"/>
          </a:p>
          <a:p>
            <a:pPr algn="l" marL="243840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E6DF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イベント・日付ごとに伝達事項を切り替え</a:t>
            </a:r>
            <a:endParaRPr lang="en-US" sz="1600" dirty="0"/>
          </a:p>
          <a:p>
            <a:pPr algn="l" marL="243840" indent="-2090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E6DF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未実施スタッフの確認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今回は伝達事項3つをコードに直接記載（仮）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AIイベント朝礼（仮称）企画書</dc:title>
  <dc:subject>PptxGenJS Presentation</dc:subject>
  <dc:creator>PptxGenJS</dc:creator>
  <cp:lastModifiedBy>PptxGenJS</cp:lastModifiedBy>
  <cp:revision>1</cp:revision>
  <dcterms:created xsi:type="dcterms:W3CDTF">2026-09-27T00:26:33Z</dcterms:created>
  <dcterms:modified xsi:type="dcterms:W3CDTF">2026-09-27T00:26:33Z</dcterms:modified>
</cp:coreProperties>
</file>